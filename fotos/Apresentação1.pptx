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3C0E6D-9A8B-4C68-8189-50E53B12BF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20FFA2F-635A-43CF-AC07-FD62AD25CD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203E92-C0D8-48A8-9A81-0E05CFF14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09017-C879-41E3-A5AC-BBE5F59A0BBD}" type="datetimeFigureOut">
              <a:rPr lang="pt-BR" smtClean="0"/>
              <a:t>24/01/2022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C02A17-6AA4-420C-90F1-B984A6E80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E2858D-69CA-4109-B92F-E7BC817FD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7D5F9-FBCB-498A-8920-64542F2EA0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5397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4D3B16-9A95-42F5-BA09-977FF082D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04B5CDC-F4CD-4FC0-AAED-011BDFCA6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C530AC-6796-482E-A44C-4530B2231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09017-C879-41E3-A5AC-BBE5F59A0BBD}" type="datetimeFigureOut">
              <a:rPr lang="pt-BR" smtClean="0"/>
              <a:t>24/01/2022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2F718A-ECAE-4FB1-A204-2F7731923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D1DF7F5-F503-4342-B759-55F7C67A1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7D5F9-FBCB-498A-8920-64542F2EA0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7054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2C5FE4-D018-479F-A263-A9AF4B9D6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625533C-BB3A-42E4-855F-3826F115D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E8A776-B294-4BB7-8E76-D08A6B17F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09017-C879-41E3-A5AC-BBE5F59A0BBD}" type="datetimeFigureOut">
              <a:rPr lang="pt-BR" smtClean="0"/>
              <a:t>24/01/2022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5DDCA39-3CB7-4B0A-90ED-BFFDD5420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D3A55F-03F2-45E3-9E28-066E6EA9F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7D5F9-FBCB-498A-8920-64542F2EA0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3697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C39C16-0DC9-4FC9-9B13-CD7FA71C1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2854B7-ED82-42B9-B4F9-6257CA6FB4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6208C70-3AA7-4CB0-9505-A857189ED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24570BA-3043-4114-8B14-FF31ABB42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09017-C879-41E3-A5AC-BBE5F59A0BBD}" type="datetimeFigureOut">
              <a:rPr lang="pt-BR" smtClean="0"/>
              <a:t>24/01/2022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B5DDAE3-3579-4795-8AA8-3D517855B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7E6B52F-6AB2-462B-864F-20EBCE7BF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7D5F9-FBCB-498A-8920-64542F2EA0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3000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EC5A21-2991-465B-88E0-754042465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76C5937-E187-49FE-97CB-DBDA3C3A1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2D3A50A-E885-47FB-A33D-F5BB613FE8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233BF61-FAA0-4767-BDC4-8FBD35F933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6E55388-4F52-4BC8-8643-E15CB42CBF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D07F59B-BCBB-4CFB-BAA6-63A11E53A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09017-C879-41E3-A5AC-BBE5F59A0BBD}" type="datetimeFigureOut">
              <a:rPr lang="pt-BR" smtClean="0"/>
              <a:t>24/01/2022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D42C051-6598-4657-90D1-5597C93F1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FC7370C-0296-4B9C-9399-3B5C02B38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7D5F9-FBCB-498A-8920-64542F2EA0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2882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CEBD10-320F-43BA-9404-D86600838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525E883-351B-4784-A093-7FB31FB9F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09017-C879-41E3-A5AC-BBE5F59A0BBD}" type="datetimeFigureOut">
              <a:rPr lang="pt-BR" smtClean="0"/>
              <a:t>24/01/2022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0547A67-0578-4C4E-8D1F-738B0E593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7DD2A97-4D80-4D5A-8B82-6DE1480D7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7D5F9-FBCB-498A-8920-64542F2EA0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056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BBFCBFC-1329-418D-A376-EBC4CADED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09017-C879-41E3-A5AC-BBE5F59A0BBD}" type="datetimeFigureOut">
              <a:rPr lang="pt-BR" smtClean="0"/>
              <a:t>24/01/2022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930EDA1-18FB-418F-B2E6-582DB21F3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8979BCA-DB02-48E0-9D1B-351430DB2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7D5F9-FBCB-498A-8920-64542F2EA0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4943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A4DF03-FEC5-4C19-9933-51942C0AD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EB0D56-9B7C-4A1F-9C40-E0E986093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6E26F70-B62F-4656-A2A7-F402284F1A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81C1FA8-1F2F-4C09-9143-5B5D7A0CA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09017-C879-41E3-A5AC-BBE5F59A0BBD}" type="datetimeFigureOut">
              <a:rPr lang="pt-BR" smtClean="0"/>
              <a:t>24/01/2022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D756D63-8DFE-4358-9E61-BCD3F3FEB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09904E-1159-494B-8521-A5E156810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7D5F9-FBCB-498A-8920-64542F2EA0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3544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8CFB34-B0C1-4DE4-B28B-EAC9ABA07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AB5273B-8942-44FB-B041-915FBA8905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6A8F7D-D6EC-4119-A9E5-6930D7FC25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0FAE5A6-CAE2-45F4-BB64-E182106DE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09017-C879-41E3-A5AC-BBE5F59A0BBD}" type="datetimeFigureOut">
              <a:rPr lang="pt-BR" smtClean="0"/>
              <a:t>24/01/2022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3BD70A1-BF68-4326-9A97-6B9F0AC2A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BF3C09C-F1C2-4313-B644-90E542512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7D5F9-FBCB-498A-8920-64542F2EA0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1314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76F55F-3C3C-4393-AE76-BAF3DFE9C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D8B4356-BB33-4A1D-B044-9F4C689330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D23FB3-7BA2-43E8-9336-4A331A07C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09017-C879-41E3-A5AC-BBE5F59A0BBD}" type="datetimeFigureOut">
              <a:rPr lang="pt-BR" smtClean="0"/>
              <a:t>24/01/2022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F9F988-4307-49F2-9439-2E150FC3C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6DC11B9-1490-4075-9AC7-5AA4E900A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7D5F9-FBCB-498A-8920-64542F2EA0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5071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53E4C8-D762-4315-9746-816525254C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A2C2488-D6DE-4D04-A527-A56C1765B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CFE55C-4510-4972-B930-32CC99EA8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09017-C879-41E3-A5AC-BBE5F59A0BBD}" type="datetimeFigureOut">
              <a:rPr lang="pt-BR" smtClean="0"/>
              <a:t>24/01/2022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CF749D-6BAC-4754-A155-584F72C51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C7F508-C35D-47E0-9F6D-BFA6C0424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7D5F9-FBCB-498A-8920-64542F2EA0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3194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A2075DE-2B67-4D90-80C0-3A758B323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107E90C-BEC3-4015-8A1F-C158F359B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A0842EA-35DF-4C04-A2B1-C1E34813AA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09017-C879-41E3-A5AC-BBE5F59A0BBD}" type="datetimeFigureOut">
              <a:rPr lang="pt-BR" smtClean="0"/>
              <a:t>24/01/2022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5091A5-2A9C-4EF7-A9C9-54923FD2CB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425D32-9D64-425C-BF77-600194718D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47D5F9-FBCB-498A-8920-64542F2EA0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202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>
            <a:extLst>
              <a:ext uri="{FF2B5EF4-FFF2-40B4-BE49-F238E27FC236}">
                <a16:creationId xmlns:a16="http://schemas.microsoft.com/office/drawing/2014/main" id="{F9ACB6C7-60AA-4707-9618-CE4EBE250B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9101" y="1865541"/>
            <a:ext cx="4508280" cy="2538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66505D66-3062-4430-ADBB-2546EC3CBF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1431" y="2027584"/>
            <a:ext cx="2936604" cy="2936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631D4B8E-AFC5-4813-99AE-F0323C031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511" y="2425742"/>
            <a:ext cx="2848665" cy="2538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45CAC8E-10F5-4B1A-906B-C8D79CC4D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983" y="2027584"/>
            <a:ext cx="2382655" cy="3070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AB1E1AC-1408-4651-A3E6-E27AFE9E46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4112" y="2425742"/>
            <a:ext cx="4055114" cy="2538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800B7EAB-F260-4BE6-BBC0-4F17CBD3C3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9101" y="2675693"/>
            <a:ext cx="4064367" cy="2288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822DDB18-3577-435E-A2DB-F9D3F511C2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7419" y="2425742"/>
            <a:ext cx="1906425" cy="2538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89654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Acer</dc:creator>
  <cp:lastModifiedBy>Acer</cp:lastModifiedBy>
  <cp:revision>1</cp:revision>
  <dcterms:created xsi:type="dcterms:W3CDTF">2022-01-24T04:17:59Z</dcterms:created>
  <dcterms:modified xsi:type="dcterms:W3CDTF">2022-01-24T04:21:46Z</dcterms:modified>
</cp:coreProperties>
</file>